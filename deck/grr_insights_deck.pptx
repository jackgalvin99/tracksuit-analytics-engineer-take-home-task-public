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Blended GRR %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Jul 25</c:v>
                  </c:pt>
                  <c:pt idx="1">
                    <c:v>Aug 25</c:v>
                  </c:pt>
                  <c:pt idx="2">
                    <c:v>Sep 25</c:v>
                  </c:pt>
                  <c:pt idx="3">
                    <c:v>Oct 25</c:v>
                  </c:pt>
                  <c:pt idx="4">
                    <c:v>Nov 25</c:v>
                  </c:pt>
                  <c:pt idx="5">
                    <c:v>Dec 25</c:v>
                  </c:pt>
                  <c:pt idx="6">
                    <c:v>Jan 26</c:v>
                  </c:pt>
                  <c:pt idx="7">
                    <c:v>Feb 26</c:v>
                  </c:pt>
                  <c:pt idx="8">
                    <c:v>Mar 26</c:v>
                  </c:pt>
                  <c:pt idx="9">
                    <c:v>Apr 26</c:v>
                  </c:pt>
                  <c:pt idx="10">
                    <c:v>May 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98.5</c:v>
                </c:pt>
                <c:pt idx="1">
                  <c:v>98.1</c:v>
                </c:pt>
                <c:pt idx="2">
                  <c:v>98.8</c:v>
                </c:pt>
                <c:pt idx="3">
                  <c:v>82.7</c:v>
                </c:pt>
                <c:pt idx="4">
                  <c:v>98.8</c:v>
                </c:pt>
                <c:pt idx="5">
                  <c:v>86.8</c:v>
                </c:pt>
                <c:pt idx="6">
                  <c:v>99</c:v>
                </c:pt>
                <c:pt idx="7">
                  <c:v>100</c:v>
                </c:pt>
                <c:pt idx="8">
                  <c:v>96.9</c:v>
                </c:pt>
                <c:pt idx="9">
                  <c:v>93.5</c:v>
                </c:pt>
                <c:pt idx="10">
                  <c:v>100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is healthy, but a few accounts swing the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trailing-12-month Gross Revenue Retention (GRR) averages 96% across Jul 2025 – May 2026. The three dips below each trace back to a single churned account in a small segment cohort (1-7 subscriptions), not a broad retention trend.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278892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659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blended GRR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9300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12 months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 2025 – May 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overall: this is not a systemic retention problem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17373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monthly GRR, trailing 12 months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46120" y="2057400"/>
          <a:ext cx="85039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70916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E0E5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87375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  ·  ENTERPRISE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" y="516636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GRR: 77.5%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8368" y="5623560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Holdings (AU, Technology) churned: $61.8k ACV lost from a 3-account cohort.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06824" y="470916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E0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07992" y="487375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 ·  MID-MARKET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07992" y="516636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GRR: 80.0%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507992" y="5623560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Manuka Group (NZ, Consumer Goods) churned: $24.9k ACV lost from a 3-account cohort.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56448" y="470916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E0E5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57616" y="487375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  ·  SMB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357616" y="516636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GRR: 64.7%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357616" y="5623560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Trading (US, Health &amp; Beauty) churned: $10.2k ACV lost from a 2-account cohort.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Customer Success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 is strong because most of the customer base renews reliably. The risk that remains is concentrated in a small number of high-ACV accounts, so CS effort should follow that concentration.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203704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/sessions/upbeat-eager-sagan/mnt/outputs/deck/c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2364638"/>
            <a:ext cx="409651" cy="4096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00200" y="1783080"/>
            <a:ext cx="10131552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 w="12700">
            <a:solidFill>
              <a:srgbClr val="E0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0240" y="19476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Enterprise renewals white-glove treatment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38658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Enterprise churn swings that segment’s monthly GRR by ~20 points: Oct 2025 fell to 77.5% on one account. Assign a named owner to every Enterprise renewal, start engagement 60-90 days before contract end, and require a signed-off success plan before the renewal window opens.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941064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1" descr="/sessions/upbeat-eager-sagan/mnt/outputs/deck/binocul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" y="4101998"/>
            <a:ext cx="409651" cy="40965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00200" y="3520440"/>
            <a:ext cx="10131552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 w="12700">
            <a:solidFill>
              <a:srgbClr val="E0E5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20240" y="36850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an account-level renewal watchlist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20240" y="412394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GRR can look healthy while one large account is quietly at risk inside a small cohort (most segment/month cohorts are just 1-7 subscriptions). Track every upcoming renewal by account and ACV, with explicit health flags, rather than relying on aggregate segment metrics alone.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678424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2" descr="/sessions/upbeat-eager-sagan/mnt/outputs/deck/search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5839358"/>
            <a:ext cx="409651" cy="4096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600200" y="5257800"/>
            <a:ext cx="10131552" cy="1572768"/>
          </a:xfrm>
          <a:prstGeom prst="roundRect">
            <a:avLst>
              <a:gd name="adj" fmla="val 3488"/>
            </a:avLst>
          </a:prstGeom>
          <a:solidFill>
            <a:srgbClr val="F4F6FB"/>
          </a:solidFill>
          <a:ln w="12700">
            <a:solidFill>
              <a:srgbClr val="E0E5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920240" y="54223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churn post-mortems on the three lost accounts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586130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Verdant Holdings (Oct ’25, Enterprise, AU), Manuka Group (Dec ’25, Mid-Market, NZ), and Quartz Trading (Apr ’26, SMB, US) for shared early-warning signals: usage decline, support tickets, champion turnover. Use them to flag similar accounts before they reach risk.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2026-06-13T07:57:48Z</dcterms:created>
  <dcterms:modified xsi:type="dcterms:W3CDTF">2026-06-13T07:57:48Z</dcterms:modified>
</cp:coreProperties>
</file>